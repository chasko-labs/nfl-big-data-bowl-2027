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Bowl = vehicle. Code = instrument.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Every player + ball, 10 Hz.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Live demos. Zero mockups.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8885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NFL Football Operations + AWS.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Real tracking data. Winners ship.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2027 unannounced. Prep now.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8885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$100K. Combine stage.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$100K pool. Finals at Combine.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8,329 registered. 771 teams.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50+ hired. 30+ by teams.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22539"/>
            <a:ext cx="4572000" cy="25444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2020: Zoo predicts rush yards.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On TV within ~6 months.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Pressure (90K plays). Tackles (20x11).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8885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Everyone tracked. 10x a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RFID tags + sensor ball. Zebra.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x/y, speed, accel, event, IDs.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Weeks ~1.5 GB. Demo: 25 plays.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2081"/>
            <a:ext cx="4572000" cy="2585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Workflow 1: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19,113 rows. 25 plays.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Join, print, plot 22 + ball.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x 0-120. y 0-53.3. Angles 360.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8242"/>
            <a:ext cx="4572000" cy="2573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Workflow 2: Parquet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Weeks exceed RAM. Chunk 200K.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Convert to Parquet one time.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Raw read-only. Out to scratch/.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2081"/>
            <a:ext cx="4572000" cy="25853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Workflow 3: features frame-up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Frames -&gt; players -&gt; one stat.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Speed. Accel. Line distance.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Convnets. LightGBM wins.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270760"/>
            <a:ext cx="4572000" cy="3047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Workflow 4: baseline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Lasso-logistic: .700 +/- .110.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Folds grouped by play.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Beat it by 1 SE or die.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23160"/>
            <a:ext cx="4572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Skills repeat. Guards protect.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parquet. slice. ensemble.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One prompt per question.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Raw guarded. Reviews free local.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93960"/>
            <a:ext cx="4572000" cy="260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30/30/20/20. Cause, don't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Football 30. Science 30. Prose 20. Visuals 20.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2,000 words. Under 10 figures.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Cause, never decorate.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88299"/>
            <a:ext cx="4572000" cy="26129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2027: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2026 opened Sep 2025. 2027 pending.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Offense banked. Defense next.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Ghosts. Kickoff. Run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501428"/>
            <a:ext cx="4572000" cy="25866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Glimmer: 30B, one box,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Open weights. Apache 2.0.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13 layers. 4-bit. Port 8181.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Cold start ~8s. 503 = busy.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98155"/>
            <a:ext cx="4572000" cy="25932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13 GPU layers buy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CPU: 41.7s. 5.7 tok/s.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NGL13: 186.7s. 11.62 GB.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Hosted: 2m13s. Draft local.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834009"/>
            <a:ext cx="4572000" cy="19215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Memory, modes, one skill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muse init. Never re-explain.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Pair live. Sweep headless.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Pin model. Budget effort.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93960"/>
            <a:ext cx="4572000" cy="260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Read-only. Rewind. Cap spend.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MCP read-only. Sandbox on.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Rewind, don't retype.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Spark API + Glimmer. Cap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93960"/>
            <a:ext cx="4572000" cy="260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D7C7EE"/>
                </a:solidFill>
                <a:latin typeface="Arial"/>
              </a:rPr>
              <a:t>Vehicle + instrument. Go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Docs, samples, scripts, skills.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Data lands. Baselines rerun.</a:t>
            </a:r>
          </a:p>
          <a:p>
            <a:pPr>
              <a:spcAft>
                <a:spcPts val="1600"/>
              </a:spcAft>
            </a:pPr>
            <a:r>
              <a:rPr sz="2400">
                <a:solidFill>
                  <a:srgbClr val="FFFFFF"/>
                </a:solidFill>
                <a:latin typeface="Arial"/>
              </a:rPr>
              <a:t>Run explore_sample tonight.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493960"/>
            <a:ext cx="4572000" cy="260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