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Big Data Bowl x Muse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the competition is the vehicle, muse code is the instrument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nfl next gen stats, worked live in the cli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annual contest, nfl football operations + aws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real next gen stats tracking data, 10 frames/sec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goal: invent stats good enough for tv + team analytics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8 editions 2019-2026  |  2027 not announced yet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$100k prize pool  |  finalists present at the combine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2026: 8,329 registrations, 771 teams, 69 countries (provisional)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aws processes 500m+ tracking points a season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75+ ml stats in pipeline  |  50+ entrants hired (30+ by teams/vendors)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why it matters: bowl to 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2020 the zoo wins -&gt; expected rushing yards on tv in ~6 months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ryoe, 1st-down + td probability follow the same pipe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2023 pocket pressure -&gt; pressure probability (4 models, 90k plays)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2024 missed tackles -&gt; tackle probability (20 feats x 11 defenders)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the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rfid tags, zebra + wilson hardware  |  every player + ball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fields: x y s a dis o dir event frameId nflId (+frameType 2025)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keys gameId / playId / nflId  |  nflverse via old_game_id, play_id as int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weekly csvs ~1.5gb  |  seeded 2024 1.6gb + 2025 7.7gb  |  samples: 25 plays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workflow 1: explore the sample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muse on samples/2024/tracking_sample.csv + games/plays/players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plot one play: 22 dots + ball, narrate x y s a dis o dir event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once the query reads right, same prompt via exec at week files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samples carry 19,113 (2024) / 92,069 (2025) frames, zero download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workflow 2: chunk to parquet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weekly csvs too big for memory: pandas chunksize / polars scan+sink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convert each week to parquet once, every later run gets faster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rebuild script first, raw csvs read-only, intermediates in scratch/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budget ~2gb per week uncompressed  |  scripts/weeks_to_parquet.py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workflow 3: features, frame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league shape: frame-level features, per-player models, play stat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speed / accel / distance-to-line + formation encodings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frame-by-frame convnets for tackle probability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lightgbm picked over xgboost for speed + memory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workflow 4: baseline, then ensemble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lasso-logistic with base rates + cross-validated accuracy w/ errors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group-by-play folds  |  xgboost / lightgbm / catboost + optuna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one seed + one config per output dir, runs stay comparable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scripts/baseline_lasso.py  |  yurko discipline wired 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skills + batch + sandbox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3 skills: chunk-to-parquet, join-and-slice, baseline-ensemble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sweep_weeks.sh: one exec prompt per question, csv + png each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guard_data.sh trips on raw mtime moves  |  data/ read-only, scratch writes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free local glimmer review, kaggle ~30 gpu-hrs/wk for keepers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craft: what graders reward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rubric 30 / 30 / 20 / 20  |  tracking data must matter, not decorate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patton: answer the prompt, graders work nights, look expensive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state limits, proofread, conclude  |  formats: 2000 words, &lt;10 figs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yurko: base rates, simple baseline, cv + se, downstream use over fit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2027 forecast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cadence: 2026 opened sep 25  |  announcement could be any day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prediction years alternate with metric years  |  defense is due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#1 ghost / counterfactual  #2 new kickoff  #3 run blocking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winners' tooling was done before the topic existed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glimmer proof (live)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open weights 30B, apache-2.0, distilled from spark 1.2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http://127.0.0.1:8181/v1 + /healthz (stable), cold ~8s, idle 300s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-ngl 13 -c 4096 Q4_K_M  |  gpu_lock: 503 held, 200 after release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streaming 200, 15 chunks in 73.5s  |  review (397 tok): 245s, reasons aloud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live numbers: glimmer 30b on rocm-aibox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20000"/>
            <a:ext cx="1088136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F0F0F0"/>
                </a:solidFill>
                <a:latin typeface="Calibri"/>
              </a:rPr>
              <a:t>NGL0 cpu-only  |  wall 41.7s warm  |  prompt 5.7 tok/s  |  gen 0.46 tok/s  |  +~0 gpu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0F0F0"/>
                </a:solidFill>
                <a:latin typeface="Calibri"/>
              </a:rPr>
              <a:t>NGL13 text-only  |  wall 186.7s  |  prompt 1.75 tok/s  |  gen 0.17 tok/s  |  11.62gb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C9A23F"/>
                </a:solidFill>
                <a:latin typeface="Calibri"/>
              </a:rPr>
              <a:t>verdict: 13 layers buy nothing at gen (bandwidth-bound); prompt slower than cpu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0F0F0"/>
                </a:solidFill>
                <a:latin typeface="Calibri"/>
              </a:rPr>
              <a:t>spark vs glimmer: 2m13s via subscription vs 186.7s local ngl13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F0F0F0"/>
                </a:solidFill>
                <a:latin typeface="Calibri"/>
              </a:rPr>
              <a:t>vision </a:t>
            </a:r>
            <a:r>
              <a:rPr sz="1800">
                <a:solidFill>
                  <a:srgbClr val="9060F0"/>
                </a:solidFill>
                <a:latin typeface="Calibri"/>
              </a:rPr>
              <a:t>(final): </a:t>
            </a:r>
            <a:r>
              <a:rPr sz="1800">
                <a:solidFill>
                  <a:srgbClr val="F0F0F0"/>
                </a:solidFill>
                <a:latin typeface="Calibri"/>
              </a:rPr>
              <a:t>mmproj bf16 loads ok at 11.09gb; cpu embedding too slow for production use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take-home tips 1-5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1 muse init memory  |  2 tui pair / exec batch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3 --model + /models  |  4 --reasoning-effort + /effort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5 one custom skill per repeated job (.agents/skills/&lt;id&gt;/SKILL.md)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bowl mapping: explore_sample, weeks_to_parquet already skills here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take-home tips 6-10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6 mcp readonly-first  |  7 sandbox + approve deliberately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8 /sessions + /rewind  |  9 workflow fan-out with evidence contract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10 spark api without the tui, hosted + local glimmer :8181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spend limits day one  |  gpu_lock for gpu work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5B8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D7C7EE"/>
                </a:solidFill>
                <a:latin typeface="Cinzel"/>
              </a:rPr>
              <a:t>close: vehicle + instrument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bowl repo: docs, samples, scripts, skills  |  guide repo: README 0-130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day one of announcement: data downloads while baselines re-run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F0F0F0"/>
                </a:solidFill>
                <a:latin typeface="Calibri"/>
              </a:rPr>
              <a:t>competition is the demo vehicle, muse code is the instrument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