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contract: the contest is the frame, the CLI is how we work it. Say plainly: Big Data Bowl equals the NFL's annual analytics contest with AWS; Muse Code equals the agentic CLI on screen; Next Gen Stats equals RFID tracking at 10 frames per second. Then bridge: next slide states what the contest actually asks. Definitions: Big Data Bowl = NFL annual analytics contest (with AWS) - Muse Code = agentic coding CLI - Next Gen Stats = RFID tracking feed, 10 frames/sec. As of Sep 2026; 2027 edition unannounced. Provenance: docs/talk-notes.md premise; repo README: eight editions 2019-2026.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naming the prize in plain terms: a stat you invent here can end up on live TV. Walk the four facts in order: who runs it, what the data is, where winners go, and where we stand now. Pause on the 10-hertz figure and translate it (ten snapshots per second per player). Close with the honest caveat: eight editions 2019-2026 per docs/history.md; 2027 topic unannounced as of Sep 2026 per docs/2027-prediction.md. Transition: next slide shows the scale of the tracking data. Definitions: NFL Football Operations = the league office group that runs the contest; Next Gen Stats = the league's player-tracking data system; hertz = measurements per second.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money and the stage: $100k and a live Combine final. Then the funnel: 8,329 registrations down to hired analysts. Caveat the single-sourced registration figure on stage. Transition: scale is only interesting because winners ship to broadcast. Definitions: NFL Scouting Combine = the annual pre-draft prospect evaluation event where finalists present. Next Gen Stats = the NFL's player-tracking statistics product built with AWS. ML = machine learning. RYOE = rushing yards over expected. Provenance: docs/history.md + docs/references.md.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'why it matters' beat: contest entries become TV stats. Walk 2020 (Zoo to expected rushing yards in ~6 months), then 2023 pressure and 2024 tackle probability with their training scale. Transition: that pipeline runs on the tracking feed, which the next slide specs. Definitions: the Zoo = 2020 winning team (Singer + Gordeev, H2O AI); RYOE = rushing yards over expected, in yards; TD = touchdown; pressure and tackle probability = deployed statistics reporting 0-1 probability. As of September 2026. Provenance: docs/winners.md + docs/history.md.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RFID equals radio-frequency identification; x and y are field coordinates in yards; s is speed; a is acceleration; dis is distance; o is orientation; dir is direction. Provenance: docs/muse-code.md and samples/2024 plus samples/2025, as of September 2026. Transition: now that the grain is clear, the first workflow explores the sample before touching full weeks. Run: uv run python scripts/explore_sample.py --data samples/2024.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Concrete first run: uv run python scripts/explore_sample.py --data samples/2024 joins tracking and metadata, prints one play frame by frame, and writes a field plot to data/scratch/. Frame rate 10 hertz confirmed from sample timestamps (0.1 s steps). Transition: once the sample query reads right, workflow 2 scales it to full weeks. Definitions: muse exec = headless one-shot command-line run (no interactive session); 22 dots + ball = 11 offensive + 11 defensive players + the football; frame = one 10 Hz snapshot, 0.1 s apart; sample = 25-play in-git slice, not the full season. Row counts verified by wc: 19,113 (2024) / 92,069 (2025). As of 2026-09-28.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weekly tracking is our biggest I/O tax, so we pay it once. Chunked reads mean a laptop never holds a full week in RAM. The rebuild-first rule is the safety story: raw data is sacred, scratch is disposable, one command reproduces everything. Transition: data is now stored efficiently, so next we build features frame-up. Run: uv run python scripts/weeks_to_parquet.py [--data samples/2024] or BDB_DATA=data/2024 uv run python scripts/weeks_to_parquet.py. Raw files read-only; data/ is gitignored; missing-data path points to data/README.md re-seed or samples/2024 slice. As of Sep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convnet equals convolutional neural network applied across frames; LightGBM and XGBoost are gradient-boosted tree libraries; formation encodings are numeric alignment features. Provenance: scripts/features_frame_up.py and docs/muse-code.md, as of September 2026. Transition: features exist, so next we set the baseline before any ensemble. Run: uv run python scripts/features_frame_up.py.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lasso-logistic equals L1-regularized logistic regression; base rates are naive benchmark frequencies; group-by-play folds keep each play intact; Optuna is a hyperparameter tuner. Provenance: scripts/baseline_lasso.py at 0.700 plus-minus 0.110 and docs/muse-code.md, as of September 2026. Transition: models are comparable, so next we package the repetition as skills. Run: uv run python scripts/baseline_lasso.py.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skill manifest equals SKILL.md prompt package; mtime is file modification timestamp; exec mode is non-interactive batch. Provenance: .agents/skills trio plus scripts/sweep_weeks.sh and scripts/guard_data.sh, as of September 2026. Transition: automation is safe, so next is what graders actually reward. Run: bash scripts/sweep_weeks.sh --dry-run; bash scripts/guard_data.sh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CV equals cross-validation; SE equals standard errors; Patton and Yurko are methodology references cited in docs/craft.md. Provenance: rubric 30/30/20/20 with 2000-word and sub-10-figure limits in docs/craft.md, as of September 2026. Transition: craft is covered, so next is where the 2027 topic likely goes. Run: none, this slide is a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ghost/counterfactual equals predicted defender-free paths; prediction versus metric years are alternating contest topics. Provenance: 2026 open date September 25 2025 plus docs/2027-prediction.md, as of September 2026. Transition: forecast set, now the local model that backs all of this. Run: none, watch the NFL Football Operations hub.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30B equals 30-billion parameters; NGL is number of GPU layers; Q4_K_M is the 4-bit quantization variant; gpu_lock is the Valkey mutual-exclusion key; Valkey is a Redis-compatible store. Provenance: muse-code/glimmer/glimmer_supervisor.py and health/check.py, as of September 2026. Transition: architecture is clear, now the measured numbers. Run: curl http://127.0.0.1:8181/healthz.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tokens/s is model throughput; mmproj is the multimodal projector mapping images into token space; bf16 is 16-bit float; VRAM is GPU memory. Provenance: NGL shootout log September 2026, 41.7s vs 186.7s vs 2m13s and vision 135.8s. Transition: numbers banked, now the take-home tips. Run: rocm-smi --showmeminfo vram during the NGL 13 pass.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TUI is the terminal user interface for interactive pairing; SKILL.md is the skill manifest path. Provenance: tips map to scripts/explore_sample.py and scripts/weeks_to_parquet.py as skills, as of September 2026. Transition: first half banked, second half is safety and scale. Run: muse init in any fresh clone.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MCP equals Model Context Protocol; /sessions and /rewind are session recovery commands; gpu_lock is the Valkey key from the Glimmer slides. Provenance: health/check.py plus glimmer_supervisor.py and the slide-scorecards workflow, as of September 2026. Transition: tips complete, closing the loop. Run: single-line copy-paste commands in each skill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guide README 0-130 are the companion Muse Code guide sections. Provenance: bowl repository layout docs/samples/scripts/skills as built, plus day-one plan in docs/2027-prediction.md, as of September 2026. Transition: thank the room, take questions, run the sample live. Run: uv run python scripts/explore_sample.py --data samples/2024.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1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19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2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1.png"/><Relationship Id="rId5" Type="http://schemas.openxmlformats.org/officeDocument/2006/relationships/image" Target="../media/image35.png"/><Relationship Id="rId6" Type="http://schemas.openxmlformats.org/officeDocument/2006/relationships/image" Target="../media/image4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image" Target="../media/image22.png"/><Relationship Id="rId5" Type="http://schemas.openxmlformats.org/officeDocument/2006/relationships/image" Target="../media/image3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Relationship Id="rId4" Type="http://schemas.openxmlformats.org/officeDocument/2006/relationships/image" Target="../media/image2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24.png"/><Relationship Id="rId5" Type="http://schemas.openxmlformats.org/officeDocument/2006/relationships/image" Target="../media/image3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Relationship Id="rId4" Type="http://schemas.openxmlformats.org/officeDocument/2006/relationships/image" Target="../media/image25.png"/><Relationship Id="rId5" Type="http://schemas.openxmlformats.org/officeDocument/2006/relationships/image" Target="../media/image3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Relationship Id="rId4" Type="http://schemas.openxmlformats.org/officeDocument/2006/relationships/image" Target="../media/image26.png"/><Relationship Id="rId5" Type="http://schemas.openxmlformats.org/officeDocument/2006/relationships/image" Target="../media/image3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27.png"/><Relationship Id="rId5" Type="http://schemas.openxmlformats.org/officeDocument/2006/relationships/image" Target="../media/image4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Relationship Id="rId4" Type="http://schemas.openxmlformats.org/officeDocument/2006/relationships/image" Target="../media/image28.png"/><Relationship Id="rId5" Type="http://schemas.openxmlformats.org/officeDocument/2006/relationships/image" Target="../media/image4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2.png"/><Relationship Id="rId4" Type="http://schemas.openxmlformats.org/officeDocument/2006/relationships/image" Target="../media/image2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Relationship Id="rId4" Type="http://schemas.openxmlformats.org/officeDocument/2006/relationships/image" Target="../media/image3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.png"/><Relationship Id="rId4" Type="http://schemas.openxmlformats.org/officeDocument/2006/relationships/image" Target="../media/image3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5.png"/><Relationship Id="rId4" Type="http://schemas.openxmlformats.org/officeDocument/2006/relationships/image" Target="../media/image3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6.png"/><Relationship Id="rId4" Type="http://schemas.openxmlformats.org/officeDocument/2006/relationships/image" Target="../media/image33.png"/><Relationship Id="rId5" Type="http://schemas.openxmlformats.org/officeDocument/2006/relationships/image" Target="../media/image4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7.png"/><Relationship Id="rId4" Type="http://schemas.openxmlformats.org/officeDocument/2006/relationships/image" Target="../media/image3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Big Data Bowl x Muse Code, 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76072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Bowl = vehicle. Code = instrument.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Every player + ball, 10 Hz.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Live demos. Zero mockups.</a:t>
            </a:r>
          </a:p>
        </p:txBody>
      </p:sp>
      <p:pic>
        <p:nvPicPr>
          <p:cNvPr id="7" name="Picture 6" descr="s00_he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3992" y="2614613"/>
            <a:ext cx="4846320" cy="272605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Invent a stat fit for live TV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76072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NFL Football Operations + AWS.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Real tracking data. Winners ship.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2027 unannounced. Prep now.</a:t>
            </a:r>
          </a:p>
        </p:txBody>
      </p:sp>
      <p:pic>
        <p:nvPicPr>
          <p:cNvPr id="7" name="Picture 6" descr="s01_fra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3992" y="2614613"/>
            <a:ext cx="4846320" cy="272605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$100K. Combine stage. Hires.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76072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$100K pool. Finals at Combine.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8,329 registered. 771 teams.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50+ hired. 30+ by teams.</a:t>
            </a:r>
          </a:p>
        </p:txBody>
      </p:sp>
      <p:pic>
        <p:nvPicPr>
          <p:cNvPr id="7" name="Picture 6" descr="s02_sca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3992" y="2629086"/>
            <a:ext cx="4846320" cy="269710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Entries become TV stats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76072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2020: Zoo predicts rush yards.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On TV within ~6 months.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Pressure (90K plays). Tackles (20x11).</a:t>
            </a:r>
          </a:p>
        </p:txBody>
      </p:sp>
      <p:pic>
        <p:nvPicPr>
          <p:cNvPr id="7" name="Picture 6" descr="s03_timelin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93992" y="2614613"/>
            <a:ext cx="4846320" cy="272605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Everyone tracked. 10x a second.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76072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RFID tags + sensor ball. Zebra.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x/y, speed, accel, event, IDs.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Weeks ~1.5 GB. Demo: 25 plays.</a:t>
            </a:r>
          </a:p>
        </p:txBody>
      </p:sp>
      <p:pic>
        <p:nvPicPr>
          <p:cNvPr id="7" name="Picture 6" descr="s04_schem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3992" y="2607401"/>
            <a:ext cx="4846320" cy="274047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Workflow 1: sample first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76072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19,113 rows. 25 plays.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Join, print, plot 22 + ball.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x 0-120. y 0-53.3. Angles 360.</a:t>
            </a:r>
          </a:p>
        </p:txBody>
      </p:sp>
      <p:pic>
        <p:nvPicPr>
          <p:cNvPr id="7" name="Picture 6" descr="s05_frame1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3992" y="2613931"/>
            <a:ext cx="4846320" cy="272741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Workflow 2: Parquet once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76072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Weeks exceed RAM. Chunk 200K.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Convert to Parquet one time.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Raw read-only. Out to scratch/.</a:t>
            </a:r>
          </a:p>
        </p:txBody>
      </p:sp>
      <p:pic>
        <p:nvPicPr>
          <p:cNvPr id="7" name="Picture 6" descr="s06_pipeli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3992" y="2607401"/>
            <a:ext cx="4846320" cy="274047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Workflow 3: features frame-up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76072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Frames -&gt; players -&gt; one stat.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Speed. Accel. Line distance.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Convnets. LightGBM wins.</a:t>
            </a:r>
          </a:p>
        </p:txBody>
      </p:sp>
      <p:pic>
        <p:nvPicPr>
          <p:cNvPr id="7" name="Picture 6" descr="s07_featur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3992" y="2362200"/>
            <a:ext cx="4846320" cy="32308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Workflow 4: baseline first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76072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Lasso-logistic: .700 +/- .110.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Folds grouped by play.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Beat it by 1 SE or die.</a:t>
            </a:r>
          </a:p>
        </p:txBody>
      </p:sp>
      <p:pic>
        <p:nvPicPr>
          <p:cNvPr id="7" name="Picture 6" descr="s08_baseli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3992" y="2523744"/>
            <a:ext cx="4846320" cy="290779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Skills repeat. Guards protect.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76072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parquet. slice. ensemble.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One prompt per question.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Raw guarded. Reviews free local.</a:t>
            </a:r>
          </a:p>
        </p:txBody>
      </p:sp>
      <p:pic>
        <p:nvPicPr>
          <p:cNvPr id="7" name="Picture 6" descr="s09_termin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3992" y="2598792"/>
            <a:ext cx="4846320" cy="275769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30/30/20/20. Cause, don't decorate.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76072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Football 30. Science 30.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Prose 20. Visuals 20. 2,000 words.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Under 10 figures. Cause, don't decorate.</a:t>
            </a:r>
          </a:p>
        </p:txBody>
      </p:sp>
      <p:pic>
        <p:nvPicPr>
          <p:cNvPr id="7" name="Picture 6" descr="s10_rubri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3992" y="2592791"/>
            <a:ext cx="4846320" cy="276969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2027: defense is due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76072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2026 opened Sep 2025. 2027 pending.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Offense banked. Defense next.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Ghosts. Kickoff. Run blocking.</a:t>
            </a:r>
          </a:p>
        </p:txBody>
      </p:sp>
      <p:pic>
        <p:nvPicPr>
          <p:cNvPr id="7" name="Picture 6" descr="s11_foreca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3992" y="2606708"/>
            <a:ext cx="4846320" cy="274186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Glimmer: 30B, one box, 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76072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Open weights. Apache 2.0.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13 layers. 4-bit. Port 8181.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Cold start ~8s. 503 = busy.</a:t>
            </a:r>
          </a:p>
        </p:txBody>
      </p:sp>
      <p:pic>
        <p:nvPicPr>
          <p:cNvPr id="7" name="Picture 6" descr="s12_glimm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3992" y="2603239"/>
            <a:ext cx="4846320" cy="274880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13 GPU layers buy nothing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76072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CPU: 41.7s. 5.7 tok/s.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NGL13: 186.7s. 11.62 GB.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Hosted: 2m13s. Draft local.</a:t>
            </a:r>
          </a:p>
        </p:txBody>
      </p:sp>
      <p:pic>
        <p:nvPicPr>
          <p:cNvPr id="7" name="Picture 6" descr="s13_shootou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3992" y="2959244"/>
            <a:ext cx="4846320" cy="203679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Memory, modes, one skill each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76072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muse init. Never re-explain.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Pair live. Sweep headless.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Pin model. Budget effort.</a:t>
            </a:r>
          </a:p>
        </p:txBody>
      </p:sp>
      <p:pic>
        <p:nvPicPr>
          <p:cNvPr id="7" name="Picture 6" descr="s14_tip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2592" y="2598792"/>
            <a:ext cx="4617720" cy="275769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Read-only. Rewind. Cap spend.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76072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MCP read-only. Sandbox on.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Rewind, don't retype.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Spark API + Glimmer. Cap day one.</a:t>
            </a:r>
          </a:p>
        </p:txBody>
      </p:sp>
      <p:pic>
        <p:nvPicPr>
          <p:cNvPr id="7" name="Picture 6" descr="s15_tip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3992" y="2598792"/>
            <a:ext cx="4846320" cy="275769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Vehicle + instrument. Go tonight.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76072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Docs, samples, scripts, skills.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Data lands. Baselines rerun.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Run explore_sample tonight.</a:t>
            </a:r>
          </a:p>
        </p:txBody>
      </p:sp>
      <p:pic>
        <p:nvPicPr>
          <p:cNvPr id="7" name="Picture 6" descr="s16_clo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3992" y="2598792"/>
            <a:ext cx="4846320" cy="275769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