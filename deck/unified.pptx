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contract: the contest is the frame, the CLI is how we work it. Say plainly: Big Data Bowl equals the NFL's annual analytics contest with AWS; Muse Code equals the agentic CLI on screen; Next Gen Stats equals RFID tracking at 10 frames per second. Then bridge: next slide states what the contest actually asks. Definitions: Big Data Bowl = NFL annual analytics contest (with AWS) - Muse Code = agentic coding CLI - Next Gen Stats = RFID tracking feed, 10 frames/sec. As of Sep 2026; 2027 edition unannounced. Provenance: docs/talk-notes.md premise; repo README: eight editions 2019-2026.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prize in plain terms: a stat you invent here can end up on live TV. Walk the four facts in order: who runs it, what the data is, where winners go, and where we stand now. Pause on the 10-hertz figure and translate it (ten snapshots per second per player). Close with the honest caveat: eight editions 2019-2026 per docs/history.md; 2027 topic unannounced as of Sep 2026 per docs/2027-prediction.md. Transition: next slide shows the scale of the tracking data. Definitions: NFL Football Operations = the league office group that runs the contest; Next Gen Stats = the league's player-tracking data system; hertz = measurements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money and the stage: $100k and a live Combine final. Then the funnel: 8,329 registrations down to hired analysts. Caveat the single-sourced registration figure on stage. Transition: scale is only interesting because winners ship to broadcast. Definitions: NFL Scouting Combine = the annual pre-draft prospect evaluation event where finalists present. Next Gen Stats = the NFL's player-tracking statistics product built with AWS. ML = machine learning. RYOE = rushing yards over expected. Provenance: docs/history.md + docs/references.md.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'why it matters' beat: contest entries become TV stats. Walk 2020 (Zoo to expected rushing yards in ~6 months), then 2023 pressure and 2024 tackle probability with their training scale. Transition: that pipeline runs on the tracking feed, which the next slide specs. Definitions: the Zoo = 2020 winning team (Singer + Gordeev, H2O AI); RYOE = rushing yards over expected, in yards; TD = touchdown; pressure and tackle probability = deployed statistics reporting 0-1 probability. As of September 2026. Provenance: docs/winners.md + docs/history.md.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RFID equals radio-frequency identification; x and y are field coordinates in yards; s is speed; a is acceleration; dis is distance; o is orientation; dir is direction. Provenance: docs/muse-code.md and samples/2024 plus samples/2025, as of September 2026. Transition: now that the grain is clear, the first workflow explores the sample before touching full weeks.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first run: uv run python scripts/explore_sample.py --data samples/2024 joins tracking and metadata, prints one play frame by frame, and writes a field plot to data/scratch/. Frame rate 10 hertz confirmed from sample timestamps (0.1 s steps). Transition: once the sample query reads right, workflow 2 scales it to full weeks. Definitions: muse exec = headless one-shot command-line run (no interactive session); 22 dots + ball = 11 offensive + 11 defensive players + the football; frame = one 10 Hz snapshot, 0.1 s apart; sample = 25-play in-git slice, not the full season. Row counts verified by wc: 19,113 (2024) / 92,069 (2025). As of 2026-09-28.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weekly tracking is our biggest I/O tax, so we pay it once. Chunked reads mean a laptop never holds a full week in RAM. The rebuild-first rule is the safety story: raw data is sacred, scratch is disposable, one command reproduces everything. Transition: data is now stored efficiently, so next we build features frame-up. Run: uv run python scripts/weeks_to_parquet.py [--data samples/2024] or BDB_DATA=data/2024 uv run python scripts/weeks_to_parquet.py. Raw files read-only; data/ is gitignored; missing-data path points to data/README.md re-seed or samples/2024 slice. As of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convnet equals convolutional neural network applied across frames; LightGBM and XGBoost are gradient-boosted tree libraries; formation encodings are numeric alignment features. Provenance: scripts/features_frame_up.py and docs/muse-code.md, as of September 2026. Transition: features exist, so next we set the baseline before any ensemble. Run: uv run python scripts/features_frame_up.py.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lasso-logistic equals L1-regularized logistic regression; base rates are naive benchmark frequencies; group-by-play folds keep each play intact; Optuna is a hyperparameter tuner. Provenance: scripts/baseline_lasso.py at 0.700 plus-minus 0.110 and docs/muse-code.md, as of September 2026. Transition: models are comparable, so next we package the repetition as skills. Run: uv run python scripts/baseline_lasso.py.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skill manifest equals SKILL.md prompt package; mtime is file modification timestamp; exec mode is non-interactive batch. Provenance: .agents/skills trio plus scripts/sweep_weeks.sh and scripts/guard_data.sh, as of September 2026. Transition: automation is safe, so next is what graders actually reward. Run: bash scripts/sweep_weeks.sh --dry-run; bash scripts/guard_data.sh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CV equals cross-validation; SE equals standard errors; Patton and Yurko are methodology references cited in docs/craft.md. Provenance: rubric 30/30/20/20 with 2000-word and sub-10-figure limits in docs/craft.md, as of September 2026. Transition: craft is covered, so next is where the 2027 topic likely goes. Run: none, this slide is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ghost/counterfactual equals predicted defender-free paths; prediction versus metric years are alternating contest topics. Provenance: 2026 open date September 25 2025 plus docs/2027-prediction.md, as of September 2026. Transition: forecast set, now the local model that backs all of this. Run: none, watch the NFL Football Operations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30B equals 30-billion parameters; NGL is number of GPU layers; Q4_K_M is the 4-bit quantization variant; gpu_lock is the Valkey mutual-exclusion key; Valkey is a Redis-compatible store. Provenance: muse-code/glimmer/glimmer_supervisor.py and health/check.py, as of September 2026. Transition: architecture is clear, now the measured numbers. Run: curl http://127.0.0.1:8181/healthz.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tokens/s is model throughput; mmproj is the multimodal projector mapping images into token space; bf16 is 16-bit float; VRAM is GPU memory. Provenance: NGL shootout log September 2026, 41.7s vs 186.7s vs 2m13s and vision 135.8s. Transition: numbers banked, now the take-home tips. Run: rocm-smi --showmeminfo vram during the NGL 13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TUI is the terminal user interface for interactive pairing; SKILL.md is the skill manifest path. Provenance: tips map to scripts/explore_sample.py and scripts/weeks_to_parquet.py as skills, as of September 2026. Transition: first half banked, second half is safety and scale. Run: muse init in any fresh clone.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MCP equals Model Context Protocol; /sessions and /rewind are session recovery commands; gpu_lock is the Valkey key from the Glimmer slides. Provenance: health/check.py plus glimmer_supervisor.py and the slide-scorecards workflow, as of September 2026. Transition: tips complete, closing the loop. Run: single-line copy-paste commands in each skill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guide README 0-130 are the companion Muse Code guide sections. Provenance: bowl repository layout docs/samples/scripts/skills as built, plus day-one plan in docs/2027-prediction.md, as of September 2026. Transition: thank the room, take questions, run the sample live.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r>
              <a:t>Say: the local box is busy, so the cloud covers this one. The recorded cold-start plus contention numbers stand in.</a:t>
            </a:r>
          </a:p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r>
              <a:t>Say: auth expired, I stop rather than route around it. Everything read-only keeps running.</a:t>
            </a:r>
          </a:p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r>
              <a:t>Say: the full sweep broke, so here is the same pipeline on the in-git sample slice.</a:t>
            </a:r>
          </a:p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r>
              <a:t>Say: a 404 before first deploy is the correct answer. Watch it flip after the sync.</a:t>
            </a:r>
          </a:p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r>
              <a:t>Say: the lock only works if everyone honors it. Pre-show coordination is the real fix.</a:t>
            </a:r>
          </a:p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1.png"/><Relationship Id="rId5" Type="http://schemas.openxmlformats.org/officeDocument/2006/relationships/image" Target="../media/image35.png"/><Relationship Id="rId6" Type="http://schemas.openxmlformats.org/officeDocument/2006/relationships/image" Target="../media/image4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2.png"/><Relationship Id="rId5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24.png"/><Relationship Id="rId5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5.png"/><Relationship Id="rId5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26.png"/><Relationship Id="rId5" Type="http://schemas.openxmlformats.org/officeDocument/2006/relationships/image" Target="../media/image3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27.png"/><Relationship Id="rId5" Type="http://schemas.openxmlformats.org/officeDocument/2006/relationships/image" Target="../media/image4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28.png"/><Relationship Id="rId5" Type="http://schemas.openxmlformats.org/officeDocument/2006/relationships/image" Target="../media/image4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Relationship Id="rId4" Type="http://schemas.openxmlformats.org/officeDocument/2006/relationships/image" Target="../media/image33.png"/><Relationship Id="rId5" Type="http://schemas.openxmlformats.org/officeDocument/2006/relationships/image" Target="../media/image4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Big Data Bowl x Muse Code,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84048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NFL tracking data, worked live in a terminal.</a:t>
            </a:r>
          </a:p>
          <a:p>
            <a:pPr>
              <a:spcAft>
                <a:spcPts val="3400"/>
              </a:spcAft>
            </a:pPr>
            <a:r>
              <a:rPr sz="2400" b="0">
                <a:solidFill>
                  <a:srgbClr val="F0F0F0"/>
                </a:solidFill>
                <a:latin typeface="Arial"/>
              </a:rPr>
              <a:t>Every player and the ball, on every frame.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Tonight: Bills at Rams, Sep 2022, one play end to end.</a:t>
            </a:r>
          </a:p>
        </p:txBody>
      </p:sp>
      <p:pic>
        <p:nvPicPr>
          <p:cNvPr id="7" name="Picture 6" descr="s00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2100262"/>
            <a:ext cx="6675120" cy="37547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The contest.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 b="0">
                <a:solidFill>
                  <a:srgbClr val="F0F0F0"/>
                </a:solidFill>
                <a:latin typeface="Arial"/>
              </a:rPr>
              <a:t>Run by the league.</a:t>
            </a:r>
          </a:p>
          <a:p>
            <a:pPr>
              <a:spcAft>
                <a:spcPts val="3400"/>
              </a:spcAft>
            </a:pPr>
            <a:r>
              <a:rPr sz="2400" b="0">
                <a:solidFill>
                  <a:srgbClr val="F0F0F0"/>
                </a:solidFill>
                <a:latin typeface="Arial"/>
              </a:rPr>
              <a:t>Real movement data, every play.</a:t>
            </a:r>
          </a:p>
          <a:p>
            <a:pPr>
              <a:spcAft>
                <a:spcPts val="3400"/>
              </a:spcAft>
            </a:pPr>
            <a:r>
              <a:rPr sz="2400" b="0">
                <a:solidFill>
                  <a:srgbClr val="F0F0F0"/>
                </a:solidFill>
                <a:latin typeface="Arial"/>
              </a:rPr>
              <a:t>Winning stats reach live TV.</a:t>
            </a:r>
          </a:p>
        </p:txBody>
      </p:sp>
      <p:pic>
        <p:nvPicPr>
          <p:cNvPr id="7" name="Picture 6" descr="s01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14613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Money, stage, jobs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A $100,000 prize pool.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Finals at the Scouting Combine.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8,329 entered. 50-plus hired.</a:t>
            </a:r>
          </a:p>
        </p:txBody>
      </p:sp>
      <p:pic>
        <p:nvPicPr>
          <p:cNvPr id="7" name="Picture 6" descr="s02_sca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29086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Entries become TV 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2020 winners predicted rush yards.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 TV within six months.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Pressure, then tackles, on TV.</a:t>
            </a:r>
          </a:p>
        </p:txBody>
      </p:sp>
      <p:pic>
        <p:nvPicPr>
          <p:cNvPr id="7" name="Picture 6" descr="s03_time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8312" y="2614613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Every player, ten times a second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Shoulder-pad tags plus sensor ball.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Position, speed, direction per row.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week fills 1.5 gigabytes.</a:t>
            </a:r>
          </a:p>
        </p:txBody>
      </p:sp>
      <p:pic>
        <p:nvPicPr>
          <p:cNvPr id="7" name="Picture 6" descr="s04_schem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607401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Start small: 25 plays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19,113 rows. Zero download.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Join four tables. Plot one play.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Field is 120 yards by 53.</a:t>
            </a:r>
          </a:p>
        </p:txBody>
      </p:sp>
      <p:pic>
        <p:nvPicPr>
          <p:cNvPr id="7" name="Picture 6" descr="s05_frame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13931"/>
            <a:ext cx="4663440" cy="26406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Shrink weeks once, reuse forever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Weeks exceed memory. Chunk it.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Convert each week one time.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Raw files stay untouched.</a:t>
            </a:r>
          </a:p>
        </p:txBody>
      </p:sp>
      <p:pic>
        <p:nvPicPr>
          <p:cNvPr id="7" name="Picture 6" descr="s06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607401"/>
            <a:ext cx="466344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Turn frames into one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Speed, direction, formations.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model per player, then one stat.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Tackle chance leads the demo.</a:t>
            </a:r>
          </a:p>
        </p:txBody>
      </p:sp>
      <p:pic>
        <p:nvPicPr>
          <p:cNvPr id="7" name="Picture 6" descr="s07_featu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362200"/>
            <a:ext cx="4663440" cy="32483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Beat a simple model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Simple model scores .700.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Keep each play in one piece.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Fancy models must beat it clearly.</a:t>
            </a:r>
          </a:p>
        </p:txBody>
      </p:sp>
      <p:pic>
        <p:nvPicPr>
          <p:cNvPr id="7" name="Picture 6" descr="s08_bas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523744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Boring jobs run themselves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Convert, slice, model: saved routines.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question per overnight run.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Three saved routines. Zero retyping.</a:t>
            </a:r>
          </a:p>
        </p:txBody>
      </p:sp>
      <p:pic>
        <p:nvPicPr>
          <p:cNvPr id="7" name="Picture 6" descr="s09_term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598792"/>
            <a:ext cx="4663440" cy="26536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How entries get scored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Football 30. Math 30.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Words 20. Looks 20. 2,000 words.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Data explains. Never decorates.</a:t>
            </a:r>
          </a:p>
        </p:txBody>
      </p:sp>
      <p:pic>
        <p:nvPicPr>
          <p:cNvPr id="7" name="Picture 6" descr="s10_ru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592791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Next contest: defense is due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2026 opened Sep 2025.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Offense topics banked.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Ghost routes, kickoffs, blocking.</a:t>
            </a:r>
          </a:p>
        </p:txBody>
      </p:sp>
      <p:pic>
        <p:nvPicPr>
          <p:cNvPr id="7" name="Picture 6" descr="s11_fore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06708"/>
            <a:ext cx="4663440" cy="25438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A giant model on one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30 billion settings. Free license.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13 layers on the graphics card.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Answers in 8 seconds cold.</a:t>
            </a:r>
          </a:p>
        </p:txBody>
      </p:sp>
      <p:pic>
        <p:nvPicPr>
          <p:cNvPr id="7" name="Picture 6" descr="s12_glimm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03239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The graphics card loses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Plain chip: 42 seconds.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Graphics card: 187 seconds.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Rented cloud: 2 minutes.</a:t>
            </a:r>
          </a:p>
        </p:txBody>
      </p:sp>
      <p:pic>
        <p:nvPicPr>
          <p:cNvPr id="7" name="Picture 6" descr="s13_shoo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959244"/>
            <a:ext cx="4663440" cy="25124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Five habits that save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Save conventions to memory.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Chat to explore, batch to sweep.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saved routine per chore.</a:t>
            </a:r>
          </a:p>
        </p:txBody>
      </p:sp>
      <p:pic>
        <p:nvPicPr>
          <p:cNvPr id="7" name="Picture 6" descr="s14_ti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598792"/>
            <a:ext cx="4663440" cy="265363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Five more: safety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Look first, touch later.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Undo beats retyping.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Set money limits day one.</a:t>
            </a:r>
          </a:p>
        </p:txBody>
      </p:sp>
      <p:pic>
        <p:nvPicPr>
          <p:cNvPr id="7" name="Picture 6" descr="s15_tip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598792"/>
            <a:ext cx="4663440" cy="265363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Clone it. Run one command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Docs, samples, scripts inside.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command runs the demo.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Field plot lands in seconds.</a:t>
            </a:r>
          </a:p>
        </p:txBody>
      </p:sp>
      <p:pic>
        <p:nvPicPr>
          <p:cNvPr id="7" name="Picture 6" descr="s16_clo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598792"/>
            <a:ext cx="4663440" cy="265363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Glimmer stays dark.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640080" y="1920240"/>
            <a:ext cx="384048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VRAM held elsewhere.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Spark runs it live.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Never kill sibling jobs.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2103120"/>
            <a:ext cx="6675120" cy="3758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0" y="6309360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9A23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SSO expired, full stop.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640080" y="1920240"/>
            <a:ext cx="384048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Mutations need live SSO.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aws login, retry once.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Read-only demos continue.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2103120"/>
            <a:ext cx="6675120" cy="3758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0" y="6309360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9A23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Sweep dies, samples live.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640080" y="1920240"/>
            <a:ext cx="384048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Samples ship in git.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Same scripts, smaller slice.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Say so up front.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2103120"/>
            <a:ext cx="6675120" cy="3758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0" y="6309360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9A23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404 is expected.</a:t>
            </a:r>
          </a:p>
        </p:txBody>
      </p:sp>
      <p:sp>
        <p:nvSpPr>
          <p:cNvPr id="11" name="TextBox 5"/>
          <p:cNvSpPr txBox="1"/>
          <p:nvPr/>
        </p:nvSpPr>
        <p:spPr>
          <a:xfrm>
            <a:off x="640080" y="1920240"/>
            <a:ext cx="384048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Prefix empty until deploy.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Dist verified pre-show.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Curl proves it after.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2103120"/>
            <a:ext cx="6675120" cy="3758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0" y="6309360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9A23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VRAM held, show goes on.</a:t>
            </a:r>
          </a:p>
        </p:txBody>
      </p:sp>
      <p:sp>
        <p:nvSpPr>
          <p:cNvPr id="12" name="TextBox 5"/>
          <p:cNvSpPr txBox="1"/>
          <p:nvPr/>
        </p:nvSpPr>
        <p:spPr>
          <a:xfrm>
            <a:off x="640080" y="1920240"/>
            <a:ext cx="384048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ComfyUI holds VRAM.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Coordinate pre-show.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Spark covers gaps.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2103120"/>
            <a:ext cx="6675120" cy="3758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0" y="6309360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9A23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