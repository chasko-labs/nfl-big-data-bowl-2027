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tracking data, worked live in a terminal.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Every player and the ball, located 10 times a second.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Tonight: Bills at Rams, Sep 2022, one play end to end.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100262"/>
            <a:ext cx="6675120" cy="37547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Football Operations + AWS.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Real tracking data. Winners ship.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2027 unannounced. Prep now.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$100K. Combine stage.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$100K pool. Finals at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registered. 771 teams.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50+ hired. 30+ by teams.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29086"/>
            <a:ext cx="4846320" cy="269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2020: Zoo predicts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~6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 (90K plays). Tackles (20x11).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Everyone tracked. 10x a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RFID tags + sensor ball. Zebra.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x/y, speed, accel, event, IDs.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~1.5 GB. Demo: 25 plays.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1: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25 plays.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Join, print, plot 22 +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 0-120. y 0-53.3. Angles 360.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3931"/>
            <a:ext cx="4846320" cy="2727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2: Parquet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RAM. Chunk 200K.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to Parquet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read-only. Out to scratch/.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3: features frame-up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Frames -&gt; players -&gt;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Speed. Accel. Line distance.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Convnets. LightGBM wins.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36220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4: baseline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Lasso-logistic: .700 +/- .110.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Folds grouped by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Beat it by 1 SE or die.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23744"/>
            <a:ext cx="4846320" cy="29077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Skills repeat. Guards protect.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parquet. slice. ensemble.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prompt per question.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guarded. Reviews free local.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30/30/20/20. Cause, don't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Science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Prose 20. Visuals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Under 10 figures. Cause, don't decorate.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2791"/>
            <a:ext cx="4846320" cy="27696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2027: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 2027 pending.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banked. Defense next.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Ghosts. Kickoff. Run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6708"/>
            <a:ext cx="4846320" cy="2741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Glimmer: 30B, one box,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Open weights. Apache 2.0.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layers. 4-bit. Port 8181.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Cold start ~8s. 503 = busy.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3239"/>
            <a:ext cx="4846320" cy="27488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13 GPU layers buy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CPU: 41.7s. 5.7 tok/s.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NGL13: 186.7s. 11.62 GB.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Hosted: 2m13s. Draft local.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959244"/>
            <a:ext cx="4846320" cy="20367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Memory, modes, one skill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muse init. Never re-explain.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Pair live. Sweep headless.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Pin model. Budget effort.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598792"/>
            <a:ext cx="46177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Read-only. Rewind. Cap spend.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MCP read-only. Sandbox 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Rewind, don't retype.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API + Glimmer. Cap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Vehicle + instrument. Go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scripts, skills.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lands. Baselines rerun.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Run explore_sample tonight.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