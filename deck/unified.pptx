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Big Data Bowl x Muse Code: NFL tracking, live in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Big Data Bowl = vehicle. Muse Code = instrument.</a:t>
            </a:r>
          </a:p>
          <a:p>
            <a:pPr>
              <a:spcAft>
                <a:spcPts val="1400"/>
              </a:spcAft>
            </a:pPr>
            <a:r>
              <a:rPr sz="2400"/>
              <a:t>NFL Next Gen Stats: every player + ball, 10 Hz.</a:t>
            </a:r>
          </a:p>
          <a:p>
            <a:pPr>
              <a:spcAft>
                <a:spcPts val="1400"/>
              </a:spcAft>
            </a:pPr>
            <a:r>
              <a:rPr sz="2400"/>
              <a:t>17 slides. Live demos. No mockups.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Invent a stat good enough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Annual contest: NFL Football Operations + AWS.</a:t>
            </a:r>
          </a:p>
          <a:p>
            <a:pPr>
              <a:spcAft>
                <a:spcPts val="1400"/>
              </a:spcAft>
            </a:pPr>
            <a:r>
              <a:rPr sz="2400"/>
              <a:t>Real tracking data. Winners ship to broadcast.</a:t>
            </a:r>
          </a:p>
          <a:p>
            <a:pPr>
              <a:spcAft>
                <a:spcPts val="1400"/>
              </a:spcAft>
            </a:pPr>
            <a:r>
              <a:rPr sz="2400"/>
              <a:t>2027 topic unannounced: prep now, react never.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$100K. Combine stage. Hiring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2026: $100K pool. Finalists present at Combine.</a:t>
            </a:r>
          </a:p>
          <a:p>
            <a:pPr>
              <a:spcAft>
                <a:spcPts val="1400"/>
              </a:spcAft>
            </a:pPr>
            <a:r>
              <a:rPr sz="2400"/>
              <a:t>Reported 8,329 registrations. 771 teams. 69 countries.</a:t>
            </a:r>
          </a:p>
          <a:p>
            <a:pPr>
              <a:spcAft>
                <a:spcPts val="1400"/>
              </a:spcAft>
            </a:pPr>
            <a:r>
              <a:rPr sz="2400"/>
              <a:t>50+ entrants hired. 30+ by teams, reportedly.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Contest 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2020: team Zoo predicted rush distributions.</a:t>
            </a:r>
          </a:p>
          <a:p>
            <a:pPr>
              <a:spcAft>
                <a:spcPts val="1400"/>
              </a:spcAft>
            </a:pPr>
            <a:r>
              <a:rPr sz="2400"/>
              <a:t>Shipped in ~6 months: expected rush yards.</a:t>
            </a:r>
          </a:p>
          <a:p>
            <a:pPr>
              <a:spcAft>
                <a:spcPts val="1400"/>
              </a:spcAft>
            </a:pPr>
            <a:r>
              <a:t>2024: tackle probability: 20 features x 11.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Every player. Every ball. 10x per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RFID tags + sensor ball. Zebra hardware.</a:t>
            </a:r>
          </a:p>
          <a:p>
            <a:pPr>
              <a:spcAft>
                <a:spcPts val="1400"/>
              </a:spcAft>
            </a:pPr>
            <a:r>
              <a:rPr sz="2400"/>
              <a:t>Per row: x/y, speed, accel, event, frame/play/player IDs.</a:t>
            </a:r>
          </a:p>
          <a:p>
            <a:pPr>
              <a:spcAft>
                <a:spcPts val="1400"/>
              </a:spcAft>
            </a:pPr>
            <a:r>
              <a:rPr sz="2400"/>
              <a:t>Weeks ~1.5 GB CSVs. Demos use 25-play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1: Sample first. Full weeks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19,113 rows. 25 plays. Zero download.</a:t>
            </a:r>
          </a:p>
          <a:p>
            <a:pPr>
              <a:spcAft>
                <a:spcPts val="1400"/>
              </a:spcAft>
            </a:pPr>
            <a:r>
              <a:rPr sz="2400"/>
              <a:t>Join tracking + games + plays + players. Plot 22 + ball.</a:t>
            </a:r>
          </a:p>
          <a:p>
            <a:pPr>
              <a:spcAft>
                <a:spcPts val="1400"/>
              </a:spcAft>
            </a:pPr>
            <a:r>
              <a:rPr sz="2400"/>
              <a:t>x: 0-120 yd. y: 0-53.3. Angles 0-360.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2: Parquet once. Fast forever.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Weeks too big for RAM. Chunk reads: 200K rows.</a:t>
            </a:r>
          </a:p>
          <a:p>
            <a:pPr>
              <a:spcAft>
                <a:spcPts val="1400"/>
              </a:spcAft>
            </a:pPr>
            <a:r>
              <a:rPr sz="2400"/>
              <a:t>Convert weekly CSV -&gt; Parquet exactly once.</a:t>
            </a:r>
          </a:p>
          <a:p>
            <a:pPr>
              <a:spcAft>
                <a:spcPts val="1400"/>
              </a:spcAft>
            </a:pPr>
            <a:r>
              <a:rPr sz="2400"/>
              <a:t>Raw stays read-only. Outputs land in data/scratch/.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3: Features frame-up.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Frame features -&gt; per-player models -&gt; one play stat.</a:t>
            </a:r>
          </a:p>
          <a:p>
            <a:pPr>
              <a:spcAft>
                <a:spcPts val="1400"/>
              </a:spcAft>
            </a:pPr>
            <a:r>
              <a:rPr sz="2400"/>
              <a:t>Speed. Accel. Distance-to-line. Formation encodings.</a:t>
            </a:r>
          </a:p>
          <a:p>
            <a:pPr>
              <a:spcAft>
                <a:spcPts val="1400"/>
              </a:spcAft>
            </a:pPr>
            <a:r>
              <a:rPr sz="2400"/>
              <a:t>Convnets for tackle probability. LightGBM over XGBoost: faster, leaner.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4: Baseline, then earn ensemble.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Baseline: lasso-logistic, 0.700 +/- 0.110.</a:t>
            </a:r>
          </a:p>
          <a:p>
            <a:pPr>
              <a:spcAft>
                <a:spcPts val="1400"/>
              </a:spcAft>
            </a:pPr>
            <a:r>
              <a:rPr sz="2400"/>
              <a:t>Group folds by play. No leakage across frames.</a:t>
            </a:r>
          </a:p>
          <a:p>
            <a:pPr>
              <a:spcAft>
                <a:spcPts val="1400"/>
              </a:spcAft>
            </a:pPr>
            <a:r>
              <a:t>Ensemble must beat baseline by 1 SE. One seed, one config.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Skills carry repetition. Guards protect raw.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3 skills: chunk-to-parquet. join-and-slice. baseline-ensemble.</a:t>
            </a:r>
          </a:p>
          <a:p>
            <a:pPr>
              <a:spcAft>
                <a:spcPts val="1400"/>
              </a:spcAft>
            </a:pPr>
            <a:r>
              <a:rPr sz="2400"/>
              <a:t>sweep_weeks.sh: one prompt per question. CSV + PNG each.</a:t>
            </a:r>
          </a:p>
          <a:p>
            <a:pPr>
              <a:spcAft>
                <a:spcPts val="1400"/>
              </a:spcAft>
            </a:pPr>
            <a:r>
              <a:rPr sz="2400"/>
              <a:t>guard_data.sh trips on raw moves. Reviews on free local Glimmer.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Rubric 30/30/20/20. Cause, never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Football 30. Data science 30. Report 20. Visuals 20.</a:t>
            </a:r>
          </a:p>
          <a:p>
            <a:pPr>
              <a:spcAft>
                <a:spcPts val="1400"/>
              </a:spcAft>
            </a:pPr>
            <a:r>
              <a:rPr sz="2400"/>
              <a:t>2,000 words. Under 10 figures. Charts argue.</a:t>
            </a:r>
          </a:p>
          <a:p>
            <a:pPr>
              <a:spcAft>
                <a:spcPts val="1400"/>
              </a:spcAft>
            </a:pPr>
            <a:r>
              <a:t>Tracking causes, not decorates. Rates + baseline + errors.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2027 forecast: defense is due.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 opened Sep 2025. 2027 unannounced: drops any day.</a:t>
            </a:r>
          </a:p>
          <a:p>
            <a:pPr>
              <a:spcAft>
                <a:spcPts val="1400"/>
              </a:spcAft>
            </a:pPr>
            <a:r>
              <a:rPr sz="2400"/>
              <a:t>Prediction alternates metric years. Offense banked. Defense next.</a:t>
            </a:r>
          </a:p>
          <a:p>
            <a:pPr>
              <a:spcAft>
                <a:spcPts val="1400"/>
              </a:spcAft>
            </a:pPr>
            <a:r>
              <a:rPr sz="2400"/>
              <a:t>Shortlist: ghost paths. New kickoff. Run blocking.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Glimmer: 30B params. One workstation.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t>Open weights. Apache 2.0. From Muse Spark.</a:t>
            </a:r>
          </a:p>
          <a:p>
            <a:pPr>
              <a:spcAft>
                <a:spcPts val="1400"/>
              </a:spcAft>
            </a:pPr>
            <a:r>
              <a:rPr sz="2400"/>
              <a:t>12 GB card. 13 GPU layers. 4-bit quant.</a:t>
            </a:r>
          </a:p>
          <a:p>
            <a:pPr>
              <a:spcAft>
                <a:spcPts val="1400"/>
              </a:spcAft>
            </a:pPr>
            <a:r>
              <a:t>Local :8181. Cold start ~8s. 503 locked, 200 free.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13 GPU layers buy nothing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20000"/>
            <a:ext cx="1088136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CPU-only: 41.7s warm. 5.7 tok/s prompt. ~0 GPU.</a:t>
            </a:r>
          </a:p>
          <a:p>
            <a:pPr>
              <a:spcAft>
                <a:spcPts val="1400"/>
              </a:spcAft>
            </a:pPr>
            <a:r>
              <a:rPr sz="2400"/>
              <a:t>NGL 13: 186.7s. 1.75 tok/s. 11.62 GB held. Bandwidth-bound.</a:t>
            </a:r>
          </a:p>
          <a:p>
            <a:pPr>
              <a:spcAft>
                <a:spcPts val="1400"/>
              </a:spcAft>
            </a:pPr>
            <a:r>
              <a:rPr sz="2400"/>
              <a:t>Hosted: 2m13s. Draft local. Promote keepers.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Memory, modes, one skill per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muse init: persist conventions. Never re-explain.</a:t>
            </a:r>
          </a:p>
          <a:p>
            <a:pPr>
              <a:spcAft>
                <a:spcPts val="1400"/>
              </a:spcAft>
            </a:pPr>
            <a:r>
              <a:rPr sz="2400"/>
              <a:t>Pair interactive. Sweep headless exec.</a:t>
            </a:r>
          </a:p>
          <a:p>
            <a:pPr>
              <a:spcAft>
                <a:spcPts val="1400"/>
              </a:spcAft>
            </a:pPr>
            <a:r>
              <a:rPr sz="2400"/>
              <a:t>Pin model per task. Budget reasoning. One skill per repeated job.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Read-only first. Rewind. Spend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MCP read-only first. Sandbox on. Approve writes.</a:t>
            </a:r>
          </a:p>
          <a:p>
            <a:pPr>
              <a:spcAft>
                <a:spcPts val="1400"/>
              </a:spcAft>
            </a:pPr>
            <a:r>
              <a:rPr sz="2400"/>
              <a:t>Rewind beats retyping. Fan out with evidence.</a:t>
            </a:r>
          </a:p>
          <a:p>
            <a:pPr>
              <a:spcAft>
                <a:spcPts val="1400"/>
              </a:spcAft>
            </a:pPr>
            <a:r>
              <a:rPr sz="2400"/>
              <a:t>Spark API + local Glimmer. Spend limits day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Vehicle + instrument. Start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Bowl repo: docs, samples, scripts, skills. Guide: README 0-130.</a:t>
            </a:r>
          </a:p>
          <a:p>
            <a:pPr>
              <a:spcAft>
                <a:spcPts val="1400"/>
              </a:spcAft>
            </a:pPr>
            <a:r>
              <a:rPr sz="2400"/>
              <a:t>Day one: data downloads while baselines re-run.</a:t>
            </a:r>
          </a:p>
          <a:p>
            <a:pPr>
              <a:spcAft>
                <a:spcPts val="1400"/>
              </a:spcAft>
            </a:pPr>
            <a:r>
              <a:rPr sz="2400"/>
              <a:t>One command: uv run python scripts/explore_sample.py --data samples/2024.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