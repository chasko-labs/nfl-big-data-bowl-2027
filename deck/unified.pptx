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4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tracking data, worked live in a terminal.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Every player and the ball, located 10 times a second.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Tonight: Bills at Rams, Sep 2022, one play end to end.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100262"/>
            <a:ext cx="6675120" cy="37547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Invent a stat fit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Run by the league. Powered by AWS.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Real movement data, every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Winning stats reach live TV.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14613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Money, stage,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 $100,000 prize pool.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Finals at the Scouting Combine.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8,329 entered. 50-plus hired.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29086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2020 winners predicted rush yards.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 TV within six months.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Pressure, then tackles, on TV.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312" y="2614613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Every player, ten times a second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Shoulder-pad tags plus sensor ball.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Position, speed, direction per row.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week fills 1.5 gigabytes.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607401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Start small: 25 plays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19,113 rows. Zero download.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Join four tables. Plot one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Field is 120 yards by 53.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13931"/>
            <a:ext cx="4663440" cy="26406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Shrink weeks once, reuse forever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exceed memory. Chunk it.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 each week one time.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files stay untouched.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607401"/>
            <a:ext cx="466344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Turn frames into one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Speed, direction, formations.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model per player, then one stat.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Tackle chance leads the demo.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362200"/>
            <a:ext cx="4663440" cy="32483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Beat a simple model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Simple model scores .700.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Keep each play in one piece.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Fancy models must beat it clearly.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23744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Boring jobs run themselves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Convert, slice, model: saved routines.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question per overnight run.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Three saved routines. Zero retyping.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How entries get scored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Football 30. Math 30.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Words 20. Looks 20. 2,000 words.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Data explains. Never decorates.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2791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Next contest: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2026 opened Sep 2025.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Offense topics banked.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Ghost routes, kickoffs,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06708"/>
            <a:ext cx="4663440" cy="25438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A giant model on one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30 billion settings. Free license.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13 layers on the graphics card.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Answers in 8 seconds cold.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03239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The graphics card loses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Plain chip: 42 seconds.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Graphics card: 187 seconds.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Rented cloud: 2 minutes.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959244"/>
            <a:ext cx="4663440" cy="25124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Five habits that save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Save conventions to memory.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Chat to explore, batch to sweep.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saved routine per chore.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Five more: safety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Look first, touch later.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Undo beats retyping.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Set money limits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Clone it. Run one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Docs, samples, scripts inside.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command runs the demo.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Field plot lands in seconds.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