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Opener. Definitions: Big Data Bowl = the NFL's annual analytics contest, run with AWS (Amazon Web Services); Muse Code = the agentic CLI used live in this talk; Next Gen Stats = the league's RFID tracking feed. Provenance: talk premise = docs/talk-notes.md. Transition: the contest is the frame, next slide says what it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NFL Football Operations runs the contest; TV = broadcast analytics, team analytics = club front offices. Provenance: contest shape docs/history.md + Big Data Bowl hub (references [30]); 8 editions 2019-2026 counted from history.md; 2027 unannounced as of Sep 27 2026 (docs/2027-prediction.md). Transition: why the scale slide next justifies entering.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NFL Scouting Combine = the annual draft-prospect event where finalists present; ML = machine learning. Provenance: $100k pool ([17]), 8,329 registrations / 771 teams / 69 countries single-sourced provisional ([33]), 500M+ points/season ([52]), 75+ ML stats ([29]), 50+ hired with 30+ by teams/vendors (talk-notes + [51]) all per docs/history.md + docs/references.md. Transition: scale is only interesting because winners ship to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the Zoo = 2020 winning team nickname; RYOE defined on slide; pressure probability and tackle probability are deployed Next Gen Stats. Provenance: winners.md + history.md; Zoo-to-TV ~6 months (winners.md); pressure = 4 models over 90k plays ([27][42]); tackle = 20 features x 11 defenders ([28][50]). Transition: that pipeline runs on the tracking feed, which the next slide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tags in shoulder pads + ball, Zebra hardware tracks players, Wilson makes the sensor ball; x/y = field coords, s = speed, a = acceleration, dis = distance, o = orientation, dir = direction; nflverse = community R/Python data package. Provenance: docs/data-guide.md field spec ([46]); 1.5 GB/week ([59]); seeded 1.6 GB 2024 / 7.7 GB 2025 (docs/muse-code.md, [58][25]); 25-play samples cut by scripts/make_samples.py. Transition: with data this big, workflow 1 says start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muse exec = headless one-shot CLI run; 22 dots + ball = 11 offensive + 11 defensive players. Provenance: scripts/explore_sample.py; frame counts verified in-repo just now: 19,113 (2024) / 92,069 (2025) rows, 25 plays each. Transition: once the sample query reads right, workflow 2 scales it to full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parquet = columnar file format far faster than CSV for repeated reads; chunksize/scan+sink = chunked out-of-core reads; scratch/ = rebuildable intermediates dir. Provenance: scripts/weeks_to_parquet.py; ~2 GB/week budget ([58][59]); raw read-only rule docs/muse-code.md. Transition: stored efficiently, now build features frame-up.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convnets = convolutional neural networks applied frame-by-frame; LightGBM/XGBoost = gradient-boosted tree libraries; formation encodings = numeric offense/defense alignment features. Provenance: docs/muse-code.md pattern list ([60][62][63]); scripts/features_frame_up.py. Transition: features need a baseline before any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= L1-regularized logistic regression; base rates = naive benchmark frequencies; group-by-play folds = cross-validation folds that keep all frames of a play together to prevent leakage; Optuna = hyperparameter tuner; Yurko = cited methods reference for base-rate/baseline/CV+SE discipline. Provenance: scripts/baseline_lasso.py; ensemble pattern [61]. Transition: baselines run at scale via batch + sandbox.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skills = reusable .agents/skills/&lt;id&gt;/SKILL.md prompt packages; mtime = file modification timestamp; Kaggle free tier = ~30 GPU-hours/week. Provenance: .agents/skills/ trio; scripts/sweep_weeks.sh + scripts/guard_data.sh (mtime canary); GPU budget [64]. Transition: process covered, next is what graders actually reward.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= cross-validation, SE = standard errors; Patton/Yurko = cited methodology references in docs/craft.md. Provenance: rubric 30/30/20/20 + 2000-word / &lt;10-figure limits (docs/craft.md, [37]); competition max 20 slides, this deck has 17. Transition: craft is timeless, but 2027 has a specific shape, which is the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= predicted defender-free receiver paths; new kickoff = the redesigned kickoff formation; prediction vs metric years = alternating contest topics. Provenance: 2026 opened Sep 25 2025 ([33]); forecast + tooling thesis docs/2027-prediction.md. Transition: forecasts need local firepower, which Glimmer provides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= 30-billion-parameter open-weights model distilled from Muse Spark 1.2; NGL = number of GPU layers; Q4_K_M = 4-bit quantization variant; gpu_lock = Valkey mutual-exclusion key serializing GPU users; HTTP 503 = busy, 200 = served. Provenance: all numbers /tmp/glimmer-demo-numbers.md, measured 2026-09-28 on rocm-aibox: supervisor cold-start ~8 s, idle teardown 300 s, 503-then-200 lock behavior, 15 chunks in 73.5 s, 397-token review in 245 s wall. Transition: headline numbers next, head-to-head.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= model throughput; mmproj = multimodal projector mapping images into token space; bf16 = 16-bit float; VRAM = GPU memory; Muse Spark hosted = subscription API counterpart. Provenance: /tmp/glimmer-demo-numbers.md 2026-09-28 rocm-aibox: NGL0 41.7 s wall / 5.7 prompt / 0.46 gen tokens/s; NGL13 186.7 s / 1.75 / 0.17, 11.62 GB VRAM; verdict = gen is bandwidth-bound so GPU layers add nothing, prompt slower than CPU; Spark 2m13s vs local 186.7 s; vision HTTP 200 in 135.8 s, mmproj bf16 11.09 GB, CPU embedding too slow for production. Transition: from local models back to daily Muse Code habits.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= terminal user interface (interactive pairing); SKILL.md = skill manifest path. Provenance: tips 1-5 map to repo: explore_sample + weeks_to_parquet are already skills here (.agents/skills/). Transition: first half was interactive, second half is guardrails and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= Model Context Protocol, read-only-first = least-privilege tool wiring; /sessions + /rewind = session recovery commands; gpu_lock = same Valkey key from slide 13, reused for any GPU work. Provenance: tips 6-10 per docs/muse-code.md + live Glimmer endpoint :8181. Transition: habits listed, close on the 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repo README 0-130 = companion Muse Code guide sections. Provenance: bowl repo layout (docs/samples/scripts/skills) as built; day-one plan = docs/2027-prediction.md checklist. Transition: none, final line restates the talk thesis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Big Data Bowl x Muse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the competition is the vehicle, muse code is the instrument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National Football League (NFL) Next Gen Stats, worked live in the CLI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annual contest, NFL Football Operations + AWS (Amazon Web Services)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real Next Gen Stats tracking data, 10 frames/second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goal: invent stats good enough for TV + team analytics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8 editions 2019-2026  |  2027 not announced yet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$100k prize pool  |  finalists present at the NFL Scouting Combine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2026: 8,329 registrations, 771 teams, 69 countries (provisional, single-sourced)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AWS processes 500M+ tracking points a season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75+ machine-learning (ML) stats in pipeline  |  50+ entrants hired (30+ by teams/vendors)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why it matters: bowl to 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2020 the Zoo wins -&gt; expected rushing yards on TV in ~6 months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RYOE (rushing yards over expected), 1st-down + touchdown (TD) probability follow the same pipe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2023 pocket pressure -&gt; pressure probability (4 models, 90k plays)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2024 missed tackles -&gt; tackle probability (20 features x 11 defenders)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RFID (radio-frequency identification) tags, Zebra + Wilson hardware  |  every player + ball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fields: x y s a dis o dir event frameId nflId (+frameType 2025)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keys gameId / playId / nflId  |  nflverse via old_game_id, play_id as int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weekly CSVs ~1.5 GB  |  seeded 2024 1.6 GB + 2025 7.7 GB  |  samples: 25 plays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workflow 1: explore the sample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muse on samples/2024/tracking_sample.csv + games/plays/players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plot one play: 22 dots + ball, narrate x y s a dis o dir event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once the query reads right, same prompt via exec at week files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samples carry 19,113 (2024) / 92,069 (2025) frames, zero download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workflow 2: chunk to parquet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weekly CSVs too big for memory: pandas chunksize / polars scan+sink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convert each week to parquet once, every later run gets faster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rebuild script first, raw CSVs read-only, intermediates in scratch/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budget ~2 GB per week uncompressed  |  scripts/weeks_to_parquet.py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workflow 3: features, frame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league shape: frame-level features, per-player models, play stat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speed / accel / distance-to-line + formation encodings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frame-by-frame convolutional networks (convnets) for tackle probability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LightGBM picked over XGBoost for speed + memory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workflow 4: baseline, then ensemble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lasso-logistic baseline with base rates + cross-validated accuracy w/ errors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group-by-play folds  |  XGBoost / LightGBM / CatBoost + Optuna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one seed + one config per output dir, runs stay comparable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scripts/baseline_lasso.py  |  Yurko discipline wired 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skills + batch + sandbox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3 skills: chunk-to-parquet, join-and-slice, baseline-ensemble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sweep_weeks.sh: one exec prompt per question, CSV + PNG each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guard_data.sh trips on raw mtime moves  |  data/ read-only, scratch writes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free local Glimmer review, Kaggle ~30 GPU-hours/week free tier for keepers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craft: what graders reward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rubric 30 / 30 / 20 / 20 (football / data science / report / visuals)  |  tracking data must matter, not decorate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Patton: answer the prompt, graders work nights, look expensive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state limits, proofread, conclude  |  formats: 2000 words, &lt;10 figures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Yurko: base rates, simple baseline, CV (cross-validation) + SE (standard errors), downstream use over fit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2027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cadence: 2026 opened Sep 25, 2025  |  announcement could be any day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prediction years alternate with metric years  |  defense is due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#1 ghost / counterfactual  #2 new kickoff  #3 run blocking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winners' tooling was done before the topic existed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glimmer proof (live)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open weights, 30-billion-parameter (30B), Apache-2.0, distilled from Muse Spark 1.2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http://127.0.0.1:8181/v1 + /healthz (stable), supervisor cold-start ~8 s, idle teardown 300 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-ngl 13 (13 layers on GPU) -c 4096, Q4_K_M (4-bit)  |  gpu_lock: HTTP 503 while held, 200 after release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streaming HTTP 200, 15 chunks in 73.5 s  |  review (397 prompt tokens): 245 s wall, verbose reasoning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live numbers: glimmer 30b on rocm-aibox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20000"/>
            <a:ext cx="1088136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F0F0F0"/>
                </a:solidFill>
                <a:latin typeface="Calibri"/>
              </a:rPr>
              <a:t>NGL 0 (0 layers on GPU, CPU-only)  |  wall 41.7 s warm  |  prompt 5.7 tokens/s  |  gen 0.46 tokens/s  |  +~0 GPU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0F0F0"/>
                </a:solidFill>
                <a:latin typeface="Calibri"/>
              </a:rPr>
              <a:t>NGL 13 (13 layers on GPU, text-only)  |  wall 186.7 s  |  prompt 1.75 tokens/s  |  gen 0.17 tokens/s  |  11.62 GB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C9A23F"/>
                </a:solidFill>
                <a:latin typeface="Calibri"/>
              </a:rPr>
              <a:t>verdict: 13 GPU layers buy nothing at gen (bandwidth-bound); prompt 1.75 slower than CPU-only 5.7 tokens/s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0F0F0"/>
                </a:solidFill>
                <a:latin typeface="Calibri"/>
              </a:rPr>
              <a:t>Muse Spark (hosted) vs Glimmer (local): 2 m 13 s via subscription vs 186.7 s local NGL 13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0F0F0"/>
                </a:solidFill>
                <a:latin typeface="Calibri"/>
              </a:rPr>
              <a:t>vision (final): HTTP 200 in 135.8 s on 6.5 KB thumbnail; mmproj (multimodal projector) bf16 at 11.09 GB; CPU embedding too slow for production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take-home tips 1-5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1 muse init memory  |  2 TUI (terminal UI) pair / exec batch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3 --model + /models  |  4 --reasoning-effort + /effort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5 one custom skill per repeated job (.agents/skills/&lt;id&gt;/SKILL.md)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bowl mapping: explore_sample, weeks_to_parquet already skills here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take-home tips 6-10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6 MCP (Model Context Protocol) read-only first  |  7 sandbox + approve deliberately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8 /sessions + /rewind  |  9 workflow fan-out with evidence contract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10 Spark API without the TUI, hosted + local Glimmer :8181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spend limits day one  |  gpu_lock for GPU work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close: vehicle + instrument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bowl repo: docs, samples, scripts, skills  |  guide repo: README 0-130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day one of announcement: data downloads while baselines re-run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competition is the demo vehicle, muse code is the instrument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