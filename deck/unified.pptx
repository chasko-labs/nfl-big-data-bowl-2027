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4.png"/><Relationship Id="rId5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6.png"/><Relationship Id="rId5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33.png"/><Relationship Id="rId5" Type="http://schemas.openxmlformats.org/officeDocument/2006/relationships/image" Target="../media/image4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Big Data Bowl x Muse Code,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Bowl = vehicle. Code = instrument.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Every player + ball, 10 Hz.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Live demos. Zero mockups.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Invent a stat fit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NFL Football Operations + AWS.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Real tracking data. Winners ship.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2027 unannounced. Prep now.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$100K. Combine stage. Hires.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$100K pool. Finals at Combine.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8,329 registered. 771 teams.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50+ hired. 30+ by teams.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29086"/>
            <a:ext cx="4846320" cy="26971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2020: Zoo predicts rush yards.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 TV within ~6 months.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Pressure (90K plays). Tackles (20x11).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614613"/>
            <a:ext cx="4846320" cy="27260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Everyone tracked. 10x a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RFID tags + sensor ball. Zebra.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x/y, speed, accel, event, IDs.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~1.5 GB. Demo: 25 plays.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60740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1: sample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19,113 rows. 25 plays.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Join, print, plot 22 + ball.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x 0-120. y 0-53.3. Angles 360.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13931"/>
            <a:ext cx="4846320" cy="2727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2: Parquet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Weeks exceed RAM. Chunk 200K.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Convert to Parquet one time.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read-only. Out to scratch/.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60740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3: features frame-up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Frames -&gt; players -&gt; one stat.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Speed. Accel. Line distance.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Convnets. LightGBM wins.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36220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Workflow 4: baseline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Lasso-logistic: .700 +/- .110.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Folds grouped by play.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Beat it by 1 SE or die.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23744"/>
            <a:ext cx="4846320" cy="29077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Skills repeat. Guards protect.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parquet. slice. ensemble.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One prompt per question.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Raw guarded. Reviews free local.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30/30/20/20. Cause, don't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Football 30. Science 30.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Prose 20. Visuals 20. 2,000 words.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Under 10 figures. Cause, don't decorate.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2791"/>
            <a:ext cx="4846320" cy="27696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2027: defense is due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2026 opened Sep 2025. 2027 pending.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Offense banked. Defense next.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Ghosts. Kickoff. Run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06708"/>
            <a:ext cx="4846320" cy="27418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Glimmer: 30B, one box,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Open weights. Apache 2.0.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13 layers. 4-bit. Port 8181.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Cold start ~8s. 503 = busy.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03239"/>
            <a:ext cx="4846320" cy="27488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13 GPU layers buy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CPU: 41.7s. 5.7 tok/s.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NGL13: 186.7s. 11.62 GB.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Hosted: 2m13s. Draft local.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959244"/>
            <a:ext cx="4846320" cy="20367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Memory, modes, one skill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muse init. Never re-explain.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Pair live. Sweep headless.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Pin model. Budget effort.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598792"/>
            <a:ext cx="46177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Read-only. Rewind. Cap spend.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MCP read-only. Sandbox on.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Rewind, don't retype.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Spark API + Glimmer. Cap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0002A"/>
            </a:gs>
            <a:gs pos="100000">
              <a:srgbClr val="20005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gradFill rotWithShape="1">
            <a:gsLst>
              <a:gs pos="0">
                <a:srgbClr val="5A1F8A"/>
              </a:gs>
              <a:gs pos="100000">
                <a:srgbClr val="FF990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8813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600" b="1">
                <a:solidFill>
                  <a:srgbClr val="D7C7EE"/>
                </a:solidFill>
                <a:latin typeface="Cinzel"/>
              </a:rPr>
              <a:t>Vehicle + instrument. Go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760720" cy="4389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Docs, samples, scripts, skills.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Data lands. Baselines rerun.</a:t>
            </a:r>
          </a:p>
          <a:p>
            <a:pPr>
              <a:spcAft>
                <a:spcPts val="3400"/>
              </a:spcAft>
            </a:pPr>
            <a:r>
              <a:rPr sz="2400">
                <a:solidFill>
                  <a:srgbClr val="F0F0F0"/>
                </a:solidFill>
                <a:latin typeface="Arial"/>
              </a:rPr>
              <a:t>Run explore_sample tonight.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59879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