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local box is busy, so the cloud covers this one. The recorded cold-start plus contention numbers stand in.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auth expired, I stop rather than route around it. Everything read-only keeps running.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full sweep broke, so here is the same pipeline on the in-git sample slice.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a 404 before first deploy is the correct answer. Watch it flip after the sync.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>
            <a:r>
              <a:t>Say: the lock only works if everyone honors it. Pre-show coordination is the real fix.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tracking data, worked live in a terminal.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Every player and the ball, located 10 times a second.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Tonight: Bills at Rams, Sep 2022, one play end to end.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100262"/>
            <a:ext cx="6675120" cy="37547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Run by the league. Powered by AWS.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Real movement data, every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Winning stats reach live TV.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Money, stage,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 $100,000 prize pool.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Finals at the Scouting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entered. 50-plus hired.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29086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 winners predicted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six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Pressure, then tackles, on TV.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12" y="2614613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 player, ten times a second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Shoulder-pad tags plus sensor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Position, speed, direction per row.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week fills 1.5 gigabytes.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Start small: 25 plays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Zero download.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 four tables. Plot one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is 120 yards by 53.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13931"/>
            <a:ext cx="4663440" cy="26406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Shrink weeks once, reuse forever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memory. Chunk it.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each week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files stay untouched.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607401"/>
            <a:ext cx="466344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Turn frames into one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Speed, direction, formations.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model per player, then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Tackle chance leads the demo.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362200"/>
            <a:ext cx="4663440" cy="32483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Beat a simple model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Simple model scores .700.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Keep each play in one piece.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Fancy models must beat it clearly.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23744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Boring jobs run themselves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Convert, slice, model: saved routines.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question per overnight 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Three saved routines. Zero retyping.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How entries get scored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Math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Words 20. Looks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explains. Never decorates.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2791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Next contest: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topics banked.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 routes, kickoffs,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6708"/>
            <a:ext cx="4663440" cy="25438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A giant model on one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30 billion settings. Free license.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 on the graphics card.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Answers in 8 seconds cold.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603239"/>
            <a:ext cx="4663440" cy="26231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The graphics card loses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Plain chip: 42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Graphics card: 187 seconds.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Rented cloud: 2 minutes.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959244"/>
            <a:ext cx="4663440" cy="25124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habits that save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Save conventions to memory.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Chat to explore, batch to sweep.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saved routine per chore.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Five more: safety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Look first, touch later.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Undo beats retyping.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Set money limits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Clone it. Run one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 inside.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command runs the demo.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Field plot lands in seconds.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598792"/>
            <a:ext cx="4663440" cy="26536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Glimmer stays dark.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VRAM held elsewhere.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runs it live.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Never kill sibling jobs.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SSO expired, full stop.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Mutations need live SSO.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aws login, retry once.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Read-only demos continue.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Sweep dies, samples live.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Samples ship in git.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Same scripts, smaller slice.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Say so up front.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404 is expected.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Prefix empty until deploy.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Dist verified pre-show.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Curl proves it after.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VRAM held, show goes on.</a:t>
            </a:r>
          </a:p>
        </p:txBody>
      </p:sp>
      <p:sp>
        <p:nvSpPr>
          <p:cNvPr id="12" name="TextBox 5"/>
          <p:cNvSpPr txBox="1"/>
          <p:nvPr/>
        </p:nvSpPr>
        <p:spPr>
          <a:xfrm>
            <a:off x="640080" y="1920240"/>
            <a:ext cx="384048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ComfyUI holds VRAM.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Coordinate pre-show.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covers gaps.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2103120"/>
            <a:ext cx="6675120" cy="375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0" y="630936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9A23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